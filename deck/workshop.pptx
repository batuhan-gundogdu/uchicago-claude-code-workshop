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365760" y="1280160"/>
            <a:ext cx="129204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0" b="1" dirty="0">
                <a:solidFill>
                  <a:srgbClr val="F1F2F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talk</a:t>
            </a:r>
            <a:endParaRPr lang="en-US" sz="210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43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Talk to Your Computer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4224528"/>
            <a:ext cx="914400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3891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spc="1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CLAUDE CODE FOR EVERYDAY WORK  ·  UCHICAGO × ANTHROPIC  ·  BATUHAN GUNDOGDU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INTRO SESSION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WARM-UP POLL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First - who's in the room?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10543032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the QR and pick one.  [ Poll Everywhere QR - top right ]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 · I already use it every day - here to see what else it can do.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 · I don't know much - having my FOMO right now.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 · I'm a skeptic - don't think much of it, but here I am anyway.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PART ONE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1089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big idea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BIG IDEA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not a coding tool. It's a conversation.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10543032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 describe what you want, in plain English.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builds the thing - a page, a tracker, a tool.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 want it different? You just say so.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 never have to look at the code.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MYTHS VS REALITY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people assume vs. what's true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4905756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assumption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“It's for programmers.”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“I'll have to learn to code.”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“It'll break and I won't know why.”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60236" y="2441448"/>
            <a:ext cx="4905756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reality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for anyone with a task.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 describe; it writes.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 say “that's wrong, fix it.”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BEFORE WE START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small thing before we start…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10543032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These slides were made by talking to Claude Code.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were the four apps you're about to see.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Hold that thought. We'll come back to it.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PART TWO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1089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Let's build four everyday tools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PLAN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tools, built live, in front of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10543032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 · A budget controller - track money, see a chart.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 · A research paper tracker - what to read, what's done.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 · A daily dashboard - todos, reminders, nudges.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 · A teaching assistant - turn a topic into a quiz.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Watch for the moment I change the look - just by asking.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DEMO 1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1089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Budget Controller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DEMO 2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1089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Research Paper Tracker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DEMO 3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1089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Daily Dashboard</a:t>
            </a:r>
            <a:endParaRPr lang="en-US" sz="4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DEMO 4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1089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Teaching Assistant</a:t>
            </a:r>
            <a:endParaRPr lang="en-US" sz="4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RECURRING BEAT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Don't like it? Just say so.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10543032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“Make it dark.”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“Move the total to the top.”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“Add a pie chart.”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menus. No settings. No code. Just words.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PART THREE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22960" y="2926080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310896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reveal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THING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71600"/>
            <a:ext cx="105430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714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Claude Code session built this whole workshop - these slides and all four apps. No template. No help. Just conversation.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you start - Monday morning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10543032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Open Claude Code. Type what you wish existed.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Start tiny: a checklist, a tracker, a page.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it's not quite right, tell it - in plain words.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only skill required is describing what you want.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5836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TURN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969264"/>
            <a:ext cx="566928" cy="41148"/>
          </a:xfrm>
          <a:prstGeom prst="rect">
            <a:avLst/>
          </a:prstGeom>
          <a:solidFill>
            <a:srgbClr val="2E7A7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61288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turn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10543032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Open Claude Code. Describe the thing you wish existed.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 just watched me do it - no code, no template.</a:t>
            </a: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endParaRPr lang="en-US" sz="2000" dirty="0"/>
          </a:p>
          <a:p>
            <a:pPr algn="l" indent="0" marL="0">
              <a:lnSpc>
                <a:spcPct val="115000"/>
              </a:lnSpc>
              <a:spcAft>
                <a:spcPts val="1600"/>
              </a:spcAft>
              <a:buNone/>
            </a:pPr>
            <a:r>
              <a:rPr lang="en-US" sz="2000" dirty="0">
                <a:solidFill>
                  <a:srgbClr val="2E7A7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 build something you wished existed.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 to Your Computer</dc:title>
  <dc:subject>PptxGenJS Presentation</dc:subject>
  <dc:creator>Batuhan Gundogdu</dc:creator>
  <cp:lastModifiedBy>Batuhan Gundogdu</cp:lastModifiedBy>
  <cp:revision>1</cp:revision>
  <dcterms:created xsi:type="dcterms:W3CDTF">2026-07-23T19:23:45Z</dcterms:created>
  <dcterms:modified xsi:type="dcterms:W3CDTF">2026-07-23T19:23:45Z</dcterms:modified>
</cp:coreProperties>
</file>