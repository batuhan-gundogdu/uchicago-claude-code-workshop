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pic>
        <p:nvPicPr>
          <p:cNvPr id="3" name="Image 1" descr="/Users/batuhangundogdu/Claude Code Workshop/deck/assets/phoenix.png">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8311896" y="749808"/>
            <a:ext cx="5769864" cy="504748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14400" y="1197864"/>
            <a:ext cx="7607808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Your Computer</a:t>
            </a:r>
            <a:endParaRPr lang="en-US" sz="6000" dirty="0"/>
          </a:p>
        </p:txBody>
      </p:sp>
      <p:sp>
        <p:nvSpPr>
          <p:cNvPr id="5" name="Text 1"/>
          <p:cNvSpPr/>
          <p:nvPr/>
        </p:nvSpPr>
        <p:spPr>
          <a:xfrm>
            <a:off x="950976" y="3685032"/>
            <a:ext cx="5550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everyday work  ·  UChicago × Anthropic  ·  Batuhan Gundogdu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2743200" y="4937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Session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- who's in the room?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QR and pick one.  [ Poll Everywhere QR - top right ]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 already use it every day - here to see what else it can do.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 don't know much - having my FOMO right now.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I'm a skeptic - don't think much of it, but here I am anyway.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big idea</a:t>
            </a:r>
            <a:endParaRPr lang="en-US" sz="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not a coding tool. It's a conversation.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 what you want, in plain English.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builds the thing - a page, a tracker, a tool.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it different? You just say so.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never have to look at the code.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people assume vs. what's true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527151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assumption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“It's for programmers.”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have to learn to code.”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“It'll break and I won't know why.”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368796" y="1920240"/>
            <a:ext cx="527151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for anyone with a task.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describe; it writes.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say “that's wrong, fix it.”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thing before we start…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slides were made by talking to Claude Code.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were the four apps you're about to see.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that thought. We'll come back to it.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four everyday tools</a:t>
            </a:r>
            <a:endParaRPr lang="en-US" sz="5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tools, built live, in front of you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 budget controller - track money, see a chart.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research paper tracker - what to read, what's done.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 daily dashboard - todos, reminders, nudges.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 teaching assistant - turn a topic into a quiz.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 the moment I change the look - just by asking.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Controller</a:t>
            </a:r>
            <a:endParaRPr lang="en-US" sz="5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 Tracker</a:t>
            </a:r>
            <a:endParaRPr lang="en-US" sz="5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Dashboard</a:t>
            </a:r>
            <a:endParaRPr lang="en-US" sz="5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4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</a:t>
            </a:r>
            <a:endParaRPr lang="en-US" sz="5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like it? Just say so.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dark.”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the total to the top.”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“Add a pie chart.”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menus. No settings. No code. Just words.</a:t>
            </a:r>
            <a:endParaRPr lang="en-US" sz="2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5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55448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0" b="1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0" dirty="0"/>
          </a:p>
        </p:txBody>
      </p:sp>
      <p:sp>
        <p:nvSpPr>
          <p:cNvPr id="4" name="Text 1"/>
          <p:cNvSpPr/>
          <p:nvPr/>
        </p:nvSpPr>
        <p:spPr>
          <a:xfrm>
            <a:off x="548640" y="438912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session built this whole workshop - these slides and all four apps. No template. No help. Just conversation.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start - Monday morning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Claude Code. Type what you wish existed.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tiny: a checklist, a tracker, a page.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it's not quite right, tell it - in plain words.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skill required is describing what you want.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Claude Code. Describe the thing you wish existed.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just watched me do it - no code, no template.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build something you wished existed.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Talk to Your Computer</dc:title>
  <dc:subject>PptxGenJS Presentation</dc:subject>
  <dc:creator>Batuhan Gundogdu</dc:creator>
  <cp:lastModifiedBy>Batuhan Gundogdu</cp:lastModifiedBy>
  <cp:revision>1</cp:revision>
  <dcterms:created xsi:type="dcterms:W3CDTF">2026-07-17T19:05:12Z</dcterms:created>
  <dcterms:modified xsi:type="dcterms:W3CDTF">2026-07-17T19:05:12Z</dcterms:modified>
</cp:coreProperties>
</file>