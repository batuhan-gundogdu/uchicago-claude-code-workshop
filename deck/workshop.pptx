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365760" y="1280160"/>
            <a:ext cx="1292047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0" b="1" dirty="0">
                <a:solidFill>
                  <a:srgbClr val="F1F2F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talk</a:t>
            </a:r>
            <a:endParaRPr lang="en-US" sz="21000" dirty="0"/>
          </a:p>
        </p:txBody>
      </p:sp>
      <p:pic>
        <p:nvPicPr>
          <p:cNvPr id="3" name="Image 0" descr="/Users/batuhangundogdu/Claude Code Workshop/deck/assets/phoenix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8311896" y="749808"/>
            <a:ext cx="5769864" cy="5047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331720"/>
            <a:ext cx="105430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Talk to Your Computer</a:t>
            </a:r>
            <a:endParaRPr lang="en-US" sz="5400" dirty="0"/>
          </a:p>
        </p:txBody>
      </p:sp>
      <p:sp>
        <p:nvSpPr>
          <p:cNvPr id="5" name="Shape 2"/>
          <p:cNvSpPr/>
          <p:nvPr/>
        </p:nvSpPr>
        <p:spPr>
          <a:xfrm>
            <a:off x="822960" y="4224528"/>
            <a:ext cx="914400" cy="41148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438912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spc="150" kern="0" dirty="0">
                <a:solidFill>
                  <a:srgbClr val="9A9A9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CLAUDE CODE FOR EVERYDAY WORK  ·  UCHICAGO × ANTHROPIC  ·  BATUHAN GUNDOGDU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502920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0000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INTRO SESSION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9A9A9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WARM-UP POLL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969264"/>
            <a:ext cx="566928" cy="41148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61288"/>
            <a:ext cx="10543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First - who's in the room?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441448"/>
            <a:ext cx="10543032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2000" b="1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Scan the QR and pick one.  [ Poll Everywhere QR - top right ]</a:t>
            </a: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1600"/>
              </a:spcAft>
              <a:buNone/>
            </a:pP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2000" dirty="0">
                <a:solidFill>
                  <a:srgbClr val="80000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 · I already use it every day - here to see what else it can do.</a:t>
            </a: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2000" dirty="0">
                <a:solidFill>
                  <a:srgbClr val="80000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 · I don't know much - having my FOMO right now.</a:t>
            </a: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 · I'm a skeptic - don't think much of it, but here I am anyway.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51460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80000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PART ONE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822960" y="2926080"/>
            <a:ext cx="566928" cy="41148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108960"/>
            <a:ext cx="105430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one big idea</a:t>
            </a:r>
            <a:endParaRPr 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9A9A9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BIG IDEA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969264"/>
            <a:ext cx="566928" cy="41148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61288"/>
            <a:ext cx="10543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It's not a coding tool. It's a conversation.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441448"/>
            <a:ext cx="10543032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2000" dirty="0">
                <a:solidFill>
                  <a:srgbClr val="80000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You describe what you want, in plain English.</a:t>
            </a: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It builds the thing - a page, a tracker, a tool.</a:t>
            </a: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2000" dirty="0">
                <a:solidFill>
                  <a:srgbClr val="80000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You want it different? You just say so.</a:t>
            </a: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1600"/>
              </a:spcAft>
              <a:buNone/>
            </a:pP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2000" b="1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You never have to look at the code.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9A9A9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MYTHS VS REALITY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969264"/>
            <a:ext cx="566928" cy="41148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61288"/>
            <a:ext cx="10543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What people assume vs. what's true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441448"/>
            <a:ext cx="4905756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assumption</a:t>
            </a: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“It's for programmers.”</a:t>
            </a: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“I'll have to learn to code.”</a:t>
            </a: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“It'll break and I won't know why.”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60236" y="2441448"/>
            <a:ext cx="4905756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reality</a:t>
            </a: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80000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It's for anyone with a task.</a:t>
            </a: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80000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You describe; it writes.</a:t>
            </a: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80000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You say “that's wrong, fix it.”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9A9A9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BEFORE WE START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969264"/>
            <a:ext cx="566928" cy="41148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61288"/>
            <a:ext cx="10543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small thing before we start…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441448"/>
            <a:ext cx="10543032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2000" dirty="0">
                <a:solidFill>
                  <a:srgbClr val="80000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These slides were made by talking to Claude Code.</a:t>
            </a: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2000" dirty="0">
                <a:solidFill>
                  <a:srgbClr val="80000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So were the four apps you're about to see.</a:t>
            </a: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1600"/>
              </a:spcAft>
              <a:buNone/>
            </a:pP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2000" b="1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Hold that thought. We'll come back to it.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51460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80000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PART TWO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822960" y="2926080"/>
            <a:ext cx="566928" cy="41148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108960"/>
            <a:ext cx="105430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Let's build four everyday tools</a:t>
            </a:r>
            <a:endParaRPr lang="en-US" sz="4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9A9A9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PLAN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969264"/>
            <a:ext cx="566928" cy="41148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61288"/>
            <a:ext cx="10543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Four tools, built live, in front of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441448"/>
            <a:ext cx="10543032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 · A budget controller - track money, see a chart.</a:t>
            </a: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 · A research paper tracker - what to read, what's done.</a:t>
            </a: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 · A daily dashboard - todos, reminders, nudges.</a:t>
            </a: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 · A teaching assistant - turn a topic into a quiz.</a:t>
            </a: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1600"/>
              </a:spcAft>
              <a:buNone/>
            </a:pP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2000" dirty="0">
                <a:solidFill>
                  <a:srgbClr val="80000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Watch for the moment I change the look - just by asking.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51460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80000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DEMO 1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822960" y="2926080"/>
            <a:ext cx="566928" cy="41148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108960"/>
            <a:ext cx="105430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Budget Controller</a:t>
            </a:r>
            <a:endParaRPr lang="en-US" sz="4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51460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80000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DEMO 2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822960" y="2926080"/>
            <a:ext cx="566928" cy="41148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108960"/>
            <a:ext cx="105430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Research Paper Tracker</a:t>
            </a:r>
            <a:endParaRPr lang="en-US" sz="4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51460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80000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DEMO 3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822960" y="2926080"/>
            <a:ext cx="566928" cy="41148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108960"/>
            <a:ext cx="105430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Daily Dashboard</a:t>
            </a:r>
            <a:endParaRPr lang="en-US" sz="4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51460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80000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DEMO 4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822960" y="2926080"/>
            <a:ext cx="566928" cy="41148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108960"/>
            <a:ext cx="105430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Teaching Assistant</a:t>
            </a:r>
            <a:endParaRPr lang="en-US" sz="4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9A9A9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RECURRING BEAT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969264"/>
            <a:ext cx="566928" cy="41148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61288"/>
            <a:ext cx="10543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Don't like it? Just say so.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441448"/>
            <a:ext cx="10543032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2000" dirty="0">
                <a:solidFill>
                  <a:srgbClr val="80000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“Make it dark.”</a:t>
            </a: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2000" dirty="0">
                <a:solidFill>
                  <a:srgbClr val="80000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“Move the total to the top.”</a:t>
            </a: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2000" dirty="0">
                <a:solidFill>
                  <a:srgbClr val="80000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“Add a pie chart.”</a:t>
            </a: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1600"/>
              </a:spcAft>
              <a:buNone/>
            </a:pP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2000" dirty="0">
                <a:solidFill>
                  <a:srgbClr val="80000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No menus. No settings. No code. Just words.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51460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80000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PART THREE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822960" y="2926080"/>
            <a:ext cx="566928" cy="41148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108960"/>
            <a:ext cx="105430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reveal</a:t>
            </a:r>
            <a:endParaRPr lang="en-US" sz="4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9A9A9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WHOLE THING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969264"/>
            <a:ext cx="566928" cy="41148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371600"/>
            <a:ext cx="1054303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80000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822960" y="4480560"/>
            <a:ext cx="87142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Claude Code session built this whole workshop - these slides and all four apps. No template. No help. Just conversation.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9A9A9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969264"/>
            <a:ext cx="566928" cy="41148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61288"/>
            <a:ext cx="10543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How you start - Monday morning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441448"/>
            <a:ext cx="10543032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2000" dirty="0">
                <a:solidFill>
                  <a:srgbClr val="80000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Open Claude Code. Type what you wish existed.</a:t>
            </a: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Start tiny: a checklist, a tracker, a page.</a:t>
            </a: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When it's not quite right, tell it - in plain words.</a:t>
            </a: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1600"/>
              </a:spcAft>
              <a:buNone/>
            </a:pP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2000" b="1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only skill required is describing what you want.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9A9A9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YOUR TURN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969264"/>
            <a:ext cx="566928" cy="41148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61288"/>
            <a:ext cx="10543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Your turn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441448"/>
            <a:ext cx="10543032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2000" dirty="0">
                <a:solidFill>
                  <a:srgbClr val="80000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Open Claude Code. Describe the thing you wish existed.</a:t>
            </a: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You just watched me do it - no code, no template.</a:t>
            </a: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1600"/>
              </a:spcAft>
              <a:buNone/>
            </a:pP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2000" dirty="0">
                <a:solidFill>
                  <a:srgbClr val="80000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Go build something you wished existed.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Talk to Your Computer</dc:title>
  <dc:subject>PptxGenJS Presentation</dc:subject>
  <dc:creator>Batuhan Gundogdu</dc:creator>
  <cp:lastModifiedBy>Batuhan Gundogdu</cp:lastModifiedBy>
  <cp:revision>1</cp:revision>
  <dcterms:created xsi:type="dcterms:W3CDTF">2026-07-24T00:45:51Z</dcterms:created>
  <dcterms:modified xsi:type="dcterms:W3CDTF">2026-07-24T00:45:51Z</dcterms:modified>
</cp:coreProperties>
</file>