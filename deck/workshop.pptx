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pic>
        <p:nvPicPr>
          <p:cNvPr id="3" name="Image 1" descr="/Users/batuhangundogdu/Claude Code Workshop/deck/assets/phoenix.png">    </p:cNvPr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8311896" y="749808"/>
            <a:ext cx="5769864" cy="50474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14400" y="1197864"/>
            <a:ext cx="7607808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to Your Computer</a:t>
            </a:r>
            <a:endParaRPr lang="en-US" sz="6000" dirty="0"/>
          </a:p>
        </p:txBody>
      </p:sp>
      <p:sp>
        <p:nvSpPr>
          <p:cNvPr id="5" name="Text 1"/>
          <p:cNvSpPr/>
          <p:nvPr/>
        </p:nvSpPr>
        <p:spPr>
          <a:xfrm>
            <a:off x="950976" y="3685032"/>
            <a:ext cx="55504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everyday work  ·  UChicago × Anthropic  ·  Batuhan Gundogdu</a:t>
            </a:r>
            <a:endParaRPr lang="en-US" sz="2000" dirty="0"/>
          </a:p>
        </p:txBody>
      </p:sp>
      <p:sp>
        <p:nvSpPr>
          <p:cNvPr id="6" name="Text 2"/>
          <p:cNvSpPr/>
          <p:nvPr/>
        </p:nvSpPr>
        <p:spPr>
          <a:xfrm>
            <a:off x="2743200" y="4937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Session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- who's in the room?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QR and pick one.  [ Poll Everywhere QR - top right ]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 already use it every day - here to see what else it can do.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 don't know much - having my FOMO right now.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I'm a skeptic - don't think much of it, but here I am anyway.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big idea</a:t>
            </a:r>
            <a:endParaRPr lang="en-US" sz="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a coding tool. It's a conversation.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 what you want, in plain English.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builds the thing - a page, a tracker, a tool.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it different? You just say so.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never have to look at the code.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assume vs. what's true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527151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assumption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“It's for programmers.”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have to learn to code.”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“It'll break and I won't know why.”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368796" y="1920240"/>
            <a:ext cx="5271516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reality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for anyone with a task.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describe; it writes.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6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say “that's wrong, fix it.”</a:t>
            </a:r>
            <a:endParaRPr lang="en-US" sz="2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small thing before we start…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slides were made by talking to Claude Code.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were the four apps you're about to see.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that thought. We'll come back to it.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build four everyday tools</a:t>
            </a:r>
            <a:endParaRPr lang="en-US" sz="5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tools, built live, in front of you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A budget controller - track money, see a chart.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research paper tracker - what to read, what's done.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A daily dashboard - todos, reminders, nudges.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 teaching assistant - turn a topic into a quiz.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 the moment I change the look - just by asking.</a:t>
            </a:r>
            <a:endParaRPr lang="en-US" sz="2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1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Controller</a:t>
            </a:r>
            <a:endParaRPr lang="en-US" sz="5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2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 Tracker</a:t>
            </a:r>
            <a:endParaRPr lang="en-US" sz="5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3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Dashboard</a:t>
            </a:r>
            <a:endParaRPr lang="en-US" sz="5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4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</a:t>
            </a:r>
            <a:endParaRPr lang="en-US" sz="5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like it? Just say so.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“Make it dark.”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the total to the top.”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“Add a pie chart.”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menus. No settings. No code. Just words.</a:t>
            </a:r>
            <a:endParaRPr lang="en-US" sz="2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2468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spc="200" kern="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292608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reveal</a:t>
            </a:r>
            <a:endParaRPr lang="en-US" sz="5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55448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0" b="1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0" dirty="0"/>
          </a:p>
        </p:txBody>
      </p:sp>
      <p:sp>
        <p:nvSpPr>
          <p:cNvPr id="4" name="Text 1"/>
          <p:cNvSpPr/>
          <p:nvPr/>
        </p:nvSpPr>
        <p:spPr>
          <a:xfrm>
            <a:off x="548640" y="438912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session built this entire workshop - these slides, all four apps, and the repo you'll get the link to.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 start - Monday morning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Claude Code. Type what you wish existed.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tiny: a checklist, a tracker, a page.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it's not quite right, tell it - in plain words.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skill required is describing what you want.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tuhangundogdu/Claude Code Workshop/deck/assets/uchicago-foo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6382512"/>
            <a:ext cx="2843784" cy="4754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Everything's here - take it home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548640" y="1920240"/>
            <a:ext cx="11091672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all four apps, and the how-to cheat-sheets.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8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Repo QR - top right ]</a:t>
            </a: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endParaRPr lang="en-US" sz="2800" dirty="0"/>
          </a:p>
          <a:p>
            <a:pPr algn="l" indent="0" marL="0">
              <a:lnSpc>
                <a:spcPct val="110000"/>
              </a:lnSpc>
              <a:spcAft>
                <a:spcPts val="1800"/>
              </a:spcAft>
              <a:buNone/>
            </a:pPr>
            <a:r>
              <a:rPr lang="en-US" sz="2800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go build something you wished existed.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Talk to Your Computer</dc:title>
  <dc:subject>PptxGenJS Presentation</dc:subject>
  <dc:creator>Batuhan Gundogdu</dc:creator>
  <cp:lastModifiedBy>Batuhan Gundogdu</cp:lastModifiedBy>
  <cp:revision>1</cp:revision>
  <dcterms:created xsi:type="dcterms:W3CDTF">2026-07-17T16:37:35Z</dcterms:created>
  <dcterms:modified xsi:type="dcterms:W3CDTF">2026-07-17T16:37:35Z</dcterms:modified>
</cp:coreProperties>
</file>